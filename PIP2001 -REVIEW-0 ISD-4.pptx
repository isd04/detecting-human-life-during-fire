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9" r:id="rId4"/>
    <p:sldId id="268" r:id="rId5"/>
    <p:sldId id="272" r:id="rId6"/>
    <p:sldId id="270" r:id="rId7"/>
    <p:sldId id="265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Project</a:t>
            </a:r>
            <a:r>
              <a:rPr lang="en-IN" baseline="0" dirty="0"/>
              <a:t> Schedule</a:t>
            </a:r>
            <a:endParaRPr lang="en-IN" dirty="0"/>
          </a:p>
        </c:rich>
      </c:tx>
      <c:layout>
        <c:manualLayout>
          <c:xMode val="edge"/>
          <c:yMode val="edge"/>
          <c:x val="0.370773623675713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755548439320759E-2"/>
          <c:y val="0.15866950211327252"/>
          <c:w val="0.86122806509097538"/>
          <c:h val="0.7159158358411742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 Date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F55-4D6F-B072-BD1D93A2F8FB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55-4D6F-B072-BD1D93A2F8FB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F55-4D6F-B072-BD1D93A2F8FB}"/>
              </c:ext>
            </c:extLst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F55-4D6F-B072-BD1D93A2F8F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F55-4D6F-B072-BD1D93A2F8FB}"/>
              </c:ext>
            </c:extLst>
          </c:dPt>
          <c:cat>
            <c:strRef>
              <c:f>Sheet1!$A$2:$A$6</c:f>
              <c:strCache>
                <c:ptCount val="5"/>
                <c:pt idx="0">
                  <c:v>Review-0</c:v>
                </c:pt>
                <c:pt idx="1">
                  <c:v>Review-1</c:v>
                </c:pt>
                <c:pt idx="2">
                  <c:v>Review-2</c:v>
                </c:pt>
                <c:pt idx="3">
                  <c:v>Review-3</c:v>
                </c:pt>
                <c:pt idx="4">
                  <c:v>Final Review</c:v>
                </c:pt>
              </c:strCache>
            </c:strRef>
          </c:cat>
          <c:val>
            <c:numRef>
              <c:f>Sheet1!$B$2:$B$6</c:f>
              <c:numCache>
                <c:formatCode>d\-mmm\-yy</c:formatCode>
                <c:ptCount val="5"/>
                <c:pt idx="0">
                  <c:v>45547</c:v>
                </c:pt>
                <c:pt idx="1">
                  <c:v>45559</c:v>
                </c:pt>
                <c:pt idx="2">
                  <c:v>45580</c:v>
                </c:pt>
                <c:pt idx="3">
                  <c:v>45615</c:v>
                </c:pt>
                <c:pt idx="4">
                  <c:v>45643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F55-4D6F-B072-BD1D93A2F8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Review-0</c:v>
                </c:pt>
                <c:pt idx="1">
                  <c:v>Review-1</c:v>
                </c:pt>
                <c:pt idx="2">
                  <c:v>Review-2</c:v>
                </c:pt>
                <c:pt idx="3">
                  <c:v>Review-3</c:v>
                </c:pt>
                <c:pt idx="4">
                  <c:v>Final Review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8F55-4D6F-B072-BD1D93A2F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0537343"/>
        <c:axId val="140539743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End date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Review-0</c:v>
                      </c:pt>
                      <c:pt idx="1">
                        <c:v>Review-1</c:v>
                      </c:pt>
                      <c:pt idx="2">
                        <c:v>Review-2</c:v>
                      </c:pt>
                      <c:pt idx="3">
                        <c:v>Review-3</c:v>
                      </c:pt>
                      <c:pt idx="4">
                        <c:v>Final Review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Sheet1!$C$2:$C$6</c15:sqref>
                        </c15:formulaRef>
                      </c:ext>
                    </c:extLst>
                    <c:numCache>
                      <c:formatCode>d\-mmm\-yy</c:formatCode>
                      <c:ptCount val="5"/>
                      <c:pt idx="0">
                        <c:v>45553</c:v>
                      </c:pt>
                      <c:pt idx="1">
                        <c:v>45562</c:v>
                      </c:pt>
                      <c:pt idx="2">
                        <c:v>45586</c:v>
                      </c:pt>
                      <c:pt idx="3">
                        <c:v>45618</c:v>
                      </c:pt>
                      <c:pt idx="4">
                        <c:v>45646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8F55-4D6F-B072-BD1D93A2F8FB}"/>
                  </c:ext>
                </c:extLst>
              </c15:ser>
            </c15:filteredBarSeries>
          </c:ext>
        </c:extLst>
      </c:barChart>
      <c:catAx>
        <c:axId val="14053734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39743"/>
        <c:crosses val="autoZero"/>
        <c:auto val="1"/>
        <c:lblAlgn val="ctr"/>
        <c:lblOffset val="100"/>
        <c:noMultiLvlLbl val="0"/>
      </c:catAx>
      <c:valAx>
        <c:axId val="140539743"/>
        <c:scaling>
          <c:orientation val="minMax"/>
          <c:max val="45660"/>
          <c:min val="4554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d\-mmm\-yy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37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Detecting Human Life during Fire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ISD-04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Monisha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Gupta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2" y="334089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PIP2001 Capstone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Review-0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ISD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Amarnath J.L &amp; Dr. Jayanthi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K.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/ Dr. Abdul Khadar A / Mr. Md Ziaur Rahman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D3905B-D238-C15A-7A51-FFCF3D36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008455"/>
              </p:ext>
            </p:extLst>
          </p:nvPr>
        </p:nvGraphicFramePr>
        <p:xfrm>
          <a:off x="535049" y="2698449"/>
          <a:ext cx="5418676" cy="1722716"/>
        </p:xfrm>
        <a:graphic>
          <a:graphicData uri="http://schemas.openxmlformats.org/drawingml/2006/table">
            <a:tbl>
              <a:tblPr firstRow="1" bandRow="1"/>
              <a:tblGrid>
                <a:gridCol w="2709338">
                  <a:extLst>
                    <a:ext uri="{9D8B030D-6E8A-4147-A177-3AD203B41FA5}">
                      <a16:colId xmlns:a16="http://schemas.microsoft.com/office/drawing/2014/main" val="3736741426"/>
                    </a:ext>
                  </a:extLst>
                </a:gridCol>
                <a:gridCol w="2709338">
                  <a:extLst>
                    <a:ext uri="{9D8B030D-6E8A-4147-A177-3AD203B41FA5}">
                      <a16:colId xmlns:a16="http://schemas.microsoft.com/office/drawing/2014/main" val="4049544237"/>
                    </a:ext>
                  </a:extLst>
                </a:gridCol>
              </a:tblGrid>
              <a:tr h="4306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771475"/>
                  </a:ext>
                </a:extLst>
              </a:tr>
              <a:tr h="430679">
                <a:tc>
                  <a:txBody>
                    <a:bodyPr/>
                    <a:lstStyle/>
                    <a:p>
                      <a:r>
                        <a:rPr lang="en-IN" dirty="0"/>
                        <a:t>20211ISD0015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GAJJALA AKHILA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8430"/>
                  </a:ext>
                </a:extLst>
              </a:tr>
              <a:tr h="430679">
                <a:tc>
                  <a:txBody>
                    <a:bodyPr/>
                    <a:lstStyle/>
                    <a:p>
                      <a:r>
                        <a:rPr lang="en-IN" dirty="0"/>
                        <a:t>20211ISD0007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SUNKU SAI YASWANTH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067141"/>
                  </a:ext>
                </a:extLst>
              </a:tr>
              <a:tr h="430679">
                <a:tc>
                  <a:txBody>
                    <a:bodyPr/>
                    <a:lstStyle/>
                    <a:p>
                      <a:r>
                        <a:rPr lang="en-IN" dirty="0"/>
                        <a:t>20211ISD0027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 PAVAN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62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will involve creating an AI-driven software that processes data from thermal imaging cameras and environmental sensors to identify human life during fire emergencies. 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Using machine learning algorithms, the software will detect heat signatures and analyze patterns of movement to differentiate between humans and other heat sources, even in low-visibility conditions like smoke-filled environments. 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software will provide real-time alerts and mapping of human locations to assist firefighters and rescue teams in locating survivors quickly and accurately.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</a:rPr>
              <a:t>Difficulty Level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Medium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/ AI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dirty="0"/>
              <a:t>  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TensorFlow or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PyTorch</a:t>
            </a:r>
            <a:r>
              <a:rPr lang="en-US" dirty="0"/>
              <a:t>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develop and train machine learning models for image 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processing, heat signature detection, and human identification.</a:t>
            </a:r>
          </a:p>
          <a:p>
            <a:pPr marL="76200" indent="0">
              <a:buNone/>
            </a:pPr>
            <a:r>
              <a:rPr lang="en-US" dirty="0"/>
              <a:t>  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OpenCV</a:t>
            </a:r>
            <a:r>
              <a:rPr lang="en-US" dirty="0"/>
              <a:t>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image processing and thermal data analysis from camera inputs.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Real-Time Data Processing:</a:t>
            </a:r>
          </a:p>
          <a:p>
            <a:pPr marL="76200" indent="0"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handling real-time data streams from     sensors and cameras to ensure quick analysis 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and response.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Notification &amp; Alert System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dirty="0"/>
              <a:t>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send real-time alerts and notifications to rescue teams upon detecting human life during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a fire.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US" sz="1600" dirty="0"/>
              <a:t>: </a:t>
            </a:r>
          </a:p>
          <a:p>
            <a:pPr marL="76200" indent="0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storing historical data, images, and detection logs.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If unstructured data needs to be managed, such as sensor logs or image data.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4369BCC-DF0B-88E6-D3E9-E5882D3540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608409"/>
              </p:ext>
            </p:extLst>
          </p:nvPr>
        </p:nvGraphicFramePr>
        <p:xfrm>
          <a:off x="812800" y="1133168"/>
          <a:ext cx="10454967" cy="4995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[1] A. Smith and B. Jones, "Real-time human detection in fire scenarios using thermal imaging,"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IEEE Transactions on Image Processing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vol. 27, no. 6, pp. 2451-2463, Jun. 2020.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[2] M. Lee, K. Park, and J. Kim, "Machine learning-based fire detection and human rescue system,"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Proceedings of the IEEE International Conference on Robotics and Automation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Paris, France, 2022, pp. 1183-1188.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[3] J. Doe, "Applications of thermal imaging in fire and rescue operations,"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, vol. 28, pp. 5500-5510, Apr. 2021.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506</Words>
  <Application>Microsoft Office PowerPoint</Application>
  <PresentationFormat>Widescreen</PresentationFormat>
  <Paragraphs>67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Bioinformatics</vt:lpstr>
      <vt:lpstr>Detecting Human Life during Fire</vt:lpstr>
      <vt:lpstr>Content</vt:lpstr>
      <vt:lpstr>Problem Statement Number: </vt:lpstr>
      <vt:lpstr>Analysis of Problem Statement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SUNKU SAI YASWANTH</cp:lastModifiedBy>
  <cp:revision>34</cp:revision>
  <dcterms:modified xsi:type="dcterms:W3CDTF">2024-10-17T08:39:52Z</dcterms:modified>
</cp:coreProperties>
</file>